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7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1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50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9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3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6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0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0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B0823-570E-4597-A520-89E6BAD2D3DB}" type="datetimeFigureOut">
              <a:rPr lang="en-US" smtClean="0"/>
              <a:t>4/24/2021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13976-6DA0-48A2-9F00-84B51E362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juryfacts.nsc.org/motor-vehicle/historical-fatality-trends/deaths-and-rates/" TargetMode="External"/><Relationship Id="rId2" Type="http://schemas.openxmlformats.org/officeDocument/2006/relationships/hyperlink" Target="http://www.baaa-acro.com/statistics/death-rate-per-year?page=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bhigyanmisra/dsc640/tree/master/FinalProject" TargetMode="External"/><Relationship Id="rId5" Type="http://schemas.openxmlformats.org/officeDocument/2006/relationships/hyperlink" Target="https://www.transtats.bts.gov/Data_Elements_Financial.aspx?Data=7" TargetMode="External"/><Relationship Id="rId4" Type="http://schemas.openxmlformats.org/officeDocument/2006/relationships/hyperlink" Target="https://github.com/fivethirtyeight/data/tree/master/airline-safe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533" y="110068"/>
            <a:ext cx="11192933" cy="149013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Airline Passenger Safety &amp; Revenue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59000"/>
            <a:ext cx="9144000" cy="415713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Airline Fatalities Lower than Auto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Airlines Fatalities Decreased compare to similar period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Riskiest Airlines are not Domestic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Revenue &amp; Passengers Continue to grow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Top 10 Flights by ASK are Domestic</a:t>
            </a:r>
          </a:p>
        </p:txBody>
      </p:sp>
    </p:spTree>
    <p:extLst>
      <p:ext uri="{BB962C8B-B14F-4D97-AF65-F5344CB8AC3E}">
        <p14:creationId xmlns:p14="http://schemas.microsoft.com/office/powerpoint/2010/main" val="8243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1587"/>
            <a:ext cx="10515600" cy="74400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Airline Fatalities Lower than Auto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DEB87-723B-4E83-8412-77810BA5E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24"/>
          <a:stretch/>
        </p:blipFill>
        <p:spPr>
          <a:xfrm>
            <a:off x="1792300" y="914400"/>
            <a:ext cx="8607399" cy="540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8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938F3-CFD7-4E36-A603-6141AE2E7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48" y="765595"/>
            <a:ext cx="8544394" cy="571137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4A3DD2A-B40E-4378-B461-4CD8C1791656}"/>
              </a:ext>
            </a:extLst>
          </p:cNvPr>
          <p:cNvSpPr txBox="1">
            <a:spLocks/>
          </p:cNvSpPr>
          <p:nvPr/>
        </p:nvSpPr>
        <p:spPr>
          <a:xfrm>
            <a:off x="838199" y="21587"/>
            <a:ext cx="10515600" cy="74400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Airline Safer compared to past </a:t>
            </a:r>
          </a:p>
        </p:txBody>
      </p:sp>
    </p:spTree>
    <p:extLst>
      <p:ext uri="{BB962C8B-B14F-4D97-AF65-F5344CB8AC3E}">
        <p14:creationId xmlns:p14="http://schemas.microsoft.com/office/powerpoint/2010/main" val="536445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F1F0FE-4390-4D95-9E42-55E07EDEE0AD}"/>
              </a:ext>
            </a:extLst>
          </p:cNvPr>
          <p:cNvSpPr txBox="1">
            <a:spLocks/>
          </p:cNvSpPr>
          <p:nvPr/>
        </p:nvSpPr>
        <p:spPr>
          <a:xfrm>
            <a:off x="838199" y="21587"/>
            <a:ext cx="10515600" cy="74400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Top 10 – Riskiest Airlines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9A840-2A33-4B06-843A-EC0EFBA79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07" y="1197653"/>
            <a:ext cx="5351489" cy="4462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258106-466F-4C54-92E9-E3BEC58CC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005" y="1197653"/>
            <a:ext cx="5480835" cy="446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4A2BE9-A174-4CFD-A4FF-AE4DDABB3F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4907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Overall Revenue &amp; Passengers Trend</a:t>
            </a:r>
            <a:b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</a:br>
            <a:endParaRPr lang="en-US" sz="3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EB5AFE-2FE0-4763-B57A-7DBDB396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61" y="1586303"/>
            <a:ext cx="10515599" cy="457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2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013CC-D13C-4C95-BEE2-390F5CA3F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637" y="1206986"/>
            <a:ext cx="8705616" cy="56510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C6568D-ACAF-484B-8C16-C31B87AEF26B}"/>
              </a:ext>
            </a:extLst>
          </p:cNvPr>
          <p:cNvSpPr txBox="1">
            <a:spLocks/>
          </p:cNvSpPr>
          <p:nvPr/>
        </p:nvSpPr>
        <p:spPr>
          <a:xfrm>
            <a:off x="838200" y="507948"/>
            <a:ext cx="10515600" cy="74400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TOP 10 Flights by ASK</a:t>
            </a:r>
          </a:p>
        </p:txBody>
      </p:sp>
    </p:spTree>
    <p:extLst>
      <p:ext uri="{BB962C8B-B14F-4D97-AF65-F5344CB8AC3E}">
        <p14:creationId xmlns:p14="http://schemas.microsoft.com/office/powerpoint/2010/main" val="336937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EAFF-B315-4D07-A354-C985E1B76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/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D1DF2-EDF0-4910-81F1-FE1FD955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7311"/>
            <a:ext cx="10515600" cy="3182473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Death Rate per Year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(n.d.). Retrieved from Bureau of Aircraft Accidents Archives: </a:t>
            </a:r>
            <a:r>
              <a:rPr lang="en-US" sz="1800" u="sng" dirty="0">
                <a:solidFill>
                  <a:srgbClr val="31389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http://www.baaa-acro.com/statistics/death-rate-per-year?page=0</a:t>
            </a:r>
            <a:endParaRPr lang="en-US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Historical Fatality Trends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(n.d.). Retrieved from Injury Facts: </a:t>
            </a:r>
            <a:r>
              <a:rPr lang="en-US" sz="1800" u="sng" dirty="0">
                <a:solidFill>
                  <a:srgbClr val="31389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https://injuryfacts.nsc.org/motor-vehicle/historical-fatality-trends/deaths-and-rates/</a:t>
            </a:r>
            <a:endParaRPr lang="en-US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Mehta, D. (2018, February 9). </a:t>
            </a:r>
            <a:r>
              <a:rPr lang="en-US" sz="18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Airline Safety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Retrieved from </a:t>
            </a:r>
            <a:r>
              <a:rPr lang="en-US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fivethirtyeight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u="sng" dirty="0">
                <a:solidFill>
                  <a:srgbClr val="31389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https://github.com/fivethirtyeight/data/tree/master/airline-safety</a:t>
            </a:r>
            <a:endParaRPr lang="en-US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Operating Revenue (In Thousands of Dollars ($000)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(n.d.). Retrieved from Bureau of Transportation Statistics: </a:t>
            </a:r>
            <a:r>
              <a:rPr lang="en-US" sz="1800" u="sng" dirty="0">
                <a:solidFill>
                  <a:srgbClr val="313896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https://www.transtats.bts.gov/Data_Elements_Financial.aspx?Data=7</a:t>
            </a:r>
            <a:endParaRPr lang="en-US" sz="1800" u="sng" dirty="0">
              <a:solidFill>
                <a:srgbClr val="313896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effectLst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https://github.com/abhigyanmisra/dsc640/tree/master/FinalProject</a:t>
            </a:r>
            <a:endParaRPr lang="en-US" sz="1800" u="sng">
              <a:solidFill>
                <a:srgbClr val="313896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90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218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Airline Passenger Safety &amp; Revenue</vt:lpstr>
      <vt:lpstr>Airline Fatalities Lower than Auto</vt:lpstr>
      <vt:lpstr>PowerPoint Presentation</vt:lpstr>
      <vt:lpstr>PowerPoint Presentation</vt:lpstr>
      <vt:lpstr>Overall Revenue &amp; Passengers Trend </vt:lpstr>
      <vt:lpstr>PowerPoint Presentation</vt:lpstr>
      <vt:lpstr>References / Data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 in the Airline Industry</dc:title>
  <dc:creator>Christine Hathaway</dc:creator>
  <cp:lastModifiedBy>Abhigyan Misra</cp:lastModifiedBy>
  <cp:revision>17</cp:revision>
  <dcterms:created xsi:type="dcterms:W3CDTF">2020-01-18T21:46:15Z</dcterms:created>
  <dcterms:modified xsi:type="dcterms:W3CDTF">2021-04-24T23:58:07Z</dcterms:modified>
</cp:coreProperties>
</file>